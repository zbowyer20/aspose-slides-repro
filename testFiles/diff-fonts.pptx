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81"/>
    <p:restoredTop sz="94720"/>
  </p:normalViewPr>
  <p:slideViewPr>
    <p:cSldViewPr snapToGrid="0">
      <p:cViewPr varScale="1">
        <p:scale>
          <a:sx n="211" d="100"/>
          <a:sy n="211" d="100"/>
        </p:scale>
        <p:origin x="154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244AE-A2FE-612A-6FBE-CFB979BC65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64EE5D-DE34-97A2-914D-6FE500AC15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5AC3C-EE7F-59D0-B697-5021878BE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16029-82DA-491C-D37B-D4003335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E89AE-CC99-A233-B30D-506638EF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690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AE39-9566-FFA1-0CA0-4C548705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2EEDD-1656-E7D6-F86D-EEBF80CD94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4C59C-0561-4C66-4AB6-A692848C0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FD4E6-0976-0093-6005-D4AE276A9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38B4C3-8E97-1E30-E483-0CCF6A4E7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07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70559-976F-1729-B8F2-9B02D4F25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6EACC2-108E-3395-9002-102045B53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C7399-BE0A-048C-496C-70FBCFA18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81948-C29A-C828-D373-AED47055C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6C16D-59C0-A60B-058E-FB0A1D9CB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604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CFE9E-08FC-33DD-C81F-1454A949C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76507-4112-E9F0-9FF3-7C3F0C2FD0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60A2E-BCB4-1E35-FB73-07F41B6D79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20019A-49B0-D0F9-95F0-313E4BB70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7525D-D206-EB30-E4A7-23F2AAFE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ADFB8-4D58-5ACF-9764-7CD59A0FB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96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B2B05-B34D-03F2-F594-F64E3AFDA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A945B-E92D-1A50-364A-C972F64F7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CAFCE1-B941-E68C-43B7-90E88BC461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50D956-AB2F-F979-005F-054F2F333F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FE744D-12C3-1A71-F2B5-6D258FDA5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CF6EE8-DE41-9EDC-611D-F7FB5401A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E5C1D9-D4DA-5557-1DA6-63BFE7EC6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FF35A6-5851-A5B5-328A-71F258471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95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48C4B-2A09-97F2-C087-01088C93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25B13E-B122-EC14-6AFA-9D02C2342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B7A98C-3DCC-CA37-8216-E977F672A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9DC73E-9226-7C82-8634-A33228259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58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46F6FA-640F-4233-B1CB-FD73BF860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94CDC-E7DB-13ED-DDB3-FA8D873AF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55CBDF-D53D-5ADB-5ADF-1B9F55706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1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33B2B-8DA4-4338-38FC-071B0FC2F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54E67-FDB8-17CD-44AF-B7F597F942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890433-90B7-3E5E-EB13-84C37C18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9CAD16-BF8F-D2AB-C56C-5EDF3EC4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40FD6F-566D-584C-D6E9-1A1C600D8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37E5B-2B5A-476F-C43E-B259D3B8B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8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5E924-B43B-AC37-56DD-4EDD61CDC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C92618-E6B6-BA44-F5C8-8E051E8E8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1D6AB-915B-8128-EDB2-B88084F106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E8D5EF-2A09-1430-BE7B-1B8BE0F63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0B673-1F90-5167-890C-338281E71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61F90C-E6C8-FDD7-7118-1DF45E649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87248-974E-D5B3-3062-94BA6366B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A0256-5219-5B3D-23F3-392C10318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B2DD5-5DD3-7AA9-37A7-6676B1FC2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DD193-974C-AD07-0782-DF813532A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E470C-2458-EA74-0FAB-BF463488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73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D7FDA3-DD52-3A28-23BD-FCE0CEB030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7C8F0D-EB7C-74C1-F19A-CCD98D4CA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78C0-91B6-533C-2B67-DA7224CB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5693-82C1-FACD-60D9-85EA0F849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E52DD-25FB-4670-C98B-BDD90D393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20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C59F4A-D3A3-480A-9D39-4A777746E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87D41D-6CEC-8017-63C7-C532BDBCF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5E755-0F7C-613A-B989-B89DD5E3C5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8DC7A-2871-2F43-8C01-32A2B34F6465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95F43-6D13-86DA-0ED9-4205B0046A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70B84-93D1-483A-D7BE-73AE7B732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074683-A5FE-8B44-AF90-ECE204E26C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910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66204-368F-56CF-7311-00B5088BEC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Example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2A82F-00EF-3BF1-B9E8-C98F83DE28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511862" cy="312458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ADLaM Display" panose="020F0502020204030204" pitchFamily="34" charset="0"/>
                <a:ea typeface="ADLaM Display" panose="020F0502020204030204" pitchFamily="34" charset="0"/>
                <a:cs typeface="ADLaM Display" panose="020F0502020204030204" pitchFamily="34" charset="0"/>
              </a:rPr>
              <a:t>Adlam Display</a:t>
            </a:r>
            <a:endParaRPr lang="en-US" sz="1800" dirty="0">
              <a:latin typeface="ADLaM Display" panose="020F0502020204030204" pitchFamily="34" charset="0"/>
              <a:cs typeface="ADLaM Display" panose="020F0502020204030204" pitchFamily="34" charset="0"/>
            </a:endParaRPr>
          </a:p>
          <a:p>
            <a:r>
              <a:rPr lang="en-US" sz="1800" dirty="0">
                <a:latin typeface="Ashbury-Light" panose="02000503000000020003" pitchFamily="2" charset="77"/>
                <a:cs typeface="Times New Roman" panose="02020603050405020304" pitchFamily="18" charset="0"/>
              </a:rPr>
              <a:t>Ashbury Light</a:t>
            </a:r>
          </a:p>
          <a:p>
            <a:r>
              <a:rPr lang="en-US" sz="1800" dirty="0">
                <a:latin typeface="Al Nile" pitchFamily="2" charset="-78"/>
                <a:cs typeface="Al Nile" pitchFamily="2" charset="-78"/>
              </a:rPr>
              <a:t>Al Nile</a:t>
            </a:r>
            <a:endParaRPr lang="en-US" sz="1800" dirty="0">
              <a:latin typeface="Georgia" panose="02040502050405020303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Al Nile" pitchFamily="2" charset="-78"/>
              <a:cs typeface="Al Nile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359470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CD630-2102-70DF-C610-EBAC25BA1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834" y="901754"/>
            <a:ext cx="10515600" cy="5956246"/>
          </a:xfrm>
        </p:spPr>
        <p:txBody>
          <a:bodyPr/>
          <a:lstStyle/>
          <a:p>
            <a:r>
              <a:rPr lang="en-US" dirty="0">
                <a:latin typeface="Baghdad" pitchFamily="2" charset="-78"/>
                <a:ea typeface="Apple Symbols" panose="02000000000000000000" pitchFamily="2" charset="-79"/>
                <a:cs typeface="Baghdad" pitchFamily="2" charset="-78"/>
              </a:rPr>
              <a:t>Baghdad</a:t>
            </a:r>
          </a:p>
          <a:p>
            <a:r>
              <a:rPr lang="en-US" dirty="0">
                <a:latin typeface="Farisi" pitchFamily="2" charset="-78"/>
                <a:cs typeface="Farisi" pitchFamily="2" charset="-78"/>
              </a:rPr>
              <a:t>Farisi</a:t>
            </a:r>
          </a:p>
          <a:p>
            <a:r>
              <a:rPr lang="en-US" dirty="0" err="1">
                <a:latin typeface="Galvji" panose="020B0504020202020204" pitchFamily="34" charset="77"/>
                <a:cs typeface="Futura Medium" panose="020B0602020204020303" pitchFamily="34" charset="-79"/>
              </a:rPr>
              <a:t>Galvji</a:t>
            </a:r>
            <a:endParaRPr lang="en-US" dirty="0">
              <a:latin typeface="Galvji" panose="020B0504020202020204" pitchFamily="34" charset="77"/>
              <a:cs typeface="Futura Medium" panose="020B06020202040203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8907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86939-6DCF-272F-FBCC-DAD6C2A81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290"/>
            <a:ext cx="10515600" cy="5945735"/>
          </a:xfrm>
        </p:spPr>
        <p:txBody>
          <a:bodyPr/>
          <a:lstStyle/>
          <a:p>
            <a:r>
              <a:rPr lang="en-US" dirty="0" err="1">
                <a:latin typeface="Mishafi" pitchFamily="2" charset="-78"/>
                <a:cs typeface="Mishafi" pitchFamily="2" charset="-78"/>
              </a:rPr>
              <a:t>Mishafi</a:t>
            </a:r>
            <a:endParaRPr lang="en-US" dirty="0">
              <a:latin typeface="Mishafi" pitchFamily="2" charset="-78"/>
              <a:cs typeface="Mishafi" pitchFamily="2" charset="-78"/>
            </a:endParaRPr>
          </a:p>
          <a:p>
            <a:r>
              <a:rPr lang="en-US" dirty="0">
                <a:latin typeface="Phosphate Inline" panose="02000506050000020004" pitchFamily="2" charset="77"/>
                <a:cs typeface="Phosphate Inline" panose="02000506050000020004" pitchFamily="2" charset="77"/>
              </a:rPr>
              <a:t>Phosphate</a:t>
            </a:r>
          </a:p>
          <a:p>
            <a:r>
              <a:rPr lang="en-US" dirty="0">
                <a:latin typeface="Rockwell" panose="02060603020205020403" pitchFamily="18" charset="77"/>
                <a:cs typeface="Phosphate Inline" panose="02000506050000020004" pitchFamily="2" charset="77"/>
              </a:rPr>
              <a:t>Rockwell</a:t>
            </a:r>
          </a:p>
          <a:p>
            <a:r>
              <a:rPr lang="en-US" dirty="0" err="1">
                <a:latin typeface="Skia" panose="020D0502020204020204" pitchFamily="34" charset="0"/>
                <a:cs typeface="Phosphate Inline" panose="02000506050000020004" pitchFamily="2" charset="77"/>
              </a:rPr>
              <a:t>Skia</a:t>
            </a:r>
            <a:endParaRPr lang="en-US" dirty="0">
              <a:latin typeface="Skia" panose="020D0502020204020204" pitchFamily="34" charset="0"/>
              <a:cs typeface="Phosphate Inline" panose="02000506050000020004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41529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6D649-6A37-9995-E87C-B53DDBCB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87CFF-C780-0A3F-6F16-A35BAB2A9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Lao MN" pitchFamily="2" charset="0"/>
                <a:ea typeface="Cambria Math" panose="02040503050406030204" pitchFamily="18" charset="0"/>
                <a:cs typeface="Lao MN" pitchFamily="2" charset="0"/>
              </a:rPr>
              <a:t>Lao MN</a:t>
            </a:r>
          </a:p>
          <a:p>
            <a:r>
              <a:rPr lang="en-US" dirty="0">
                <a:latin typeface="Lucida Console" panose="020B0609040504020204" pitchFamily="49" charset="0"/>
                <a:ea typeface="Cambria Math" panose="02040503050406030204" pitchFamily="18" charset="0"/>
                <a:cs typeface="Lao MN" pitchFamily="2" charset="0"/>
              </a:rPr>
              <a:t>Lucida Console</a:t>
            </a:r>
          </a:p>
          <a:p>
            <a:r>
              <a:rPr lang="en-US" dirty="0">
                <a:latin typeface="Lucida Sans Unicode" panose="020B0602030504020204" pitchFamily="34" charset="0"/>
                <a:ea typeface="Cambria Math" panose="02040503050406030204" pitchFamily="18" charset="0"/>
                <a:cs typeface="Lucida Sans Unicode" panose="020B0602030504020204" pitchFamily="34" charset="0"/>
              </a:rPr>
              <a:t>Lucia Sans Unicode</a:t>
            </a:r>
          </a:p>
          <a:p>
            <a:r>
              <a:rPr lang="en-US" dirty="0">
                <a:latin typeface="Microsoft Himalaya" pitchFamily="2" charset="0"/>
                <a:ea typeface="Microsoft Himalaya" pitchFamily="2" charset="0"/>
                <a:cs typeface="Microsoft Himalaya" pitchFamily="2" charset="0"/>
              </a:rPr>
              <a:t>Microsoft Himalaya</a:t>
            </a:r>
          </a:p>
        </p:txBody>
      </p:sp>
    </p:spTree>
    <p:extLst>
      <p:ext uri="{BB962C8B-B14F-4D97-AF65-F5344CB8AC3E}">
        <p14:creationId xmlns:p14="http://schemas.microsoft.com/office/powerpoint/2010/main" val="6622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C7811-F9DE-D1D7-8120-CB7DD849F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A7210-6C90-1297-83B5-6CF3EE8CD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Optima" panose="02000503060000020004" pitchFamily="2" charset="0"/>
                <a:ea typeface="Microsoft Himalaya" pitchFamily="2" charset="0"/>
                <a:cs typeface="Microsoft Himalaya" pitchFamily="2" charset="0"/>
              </a:rPr>
              <a:t>Optima</a:t>
            </a:r>
          </a:p>
          <a:p>
            <a:r>
              <a:rPr lang="en-US" b="1" dirty="0">
                <a:latin typeface="Optima" panose="02000503060000020004" pitchFamily="2" charset="0"/>
                <a:ea typeface="Microsoft Himalaya" pitchFamily="2" charset="0"/>
                <a:cs typeface="Microsoft Himalaya" pitchFamily="2" charset="0"/>
              </a:rPr>
              <a:t>Optima Bold</a:t>
            </a:r>
          </a:p>
          <a:p>
            <a:r>
              <a:rPr lang="en-US" i="1" dirty="0">
                <a:latin typeface="Optima" panose="02000503060000020004" pitchFamily="2" charset="0"/>
                <a:ea typeface="Microsoft Himalaya" pitchFamily="2" charset="0"/>
                <a:cs typeface="Microsoft Himalaya" pitchFamily="2" charset="0"/>
              </a:rPr>
              <a:t>Optima Italic</a:t>
            </a:r>
          </a:p>
          <a:p>
            <a:r>
              <a:rPr lang="en-US" b="1" i="1" dirty="0">
                <a:latin typeface="Optima" panose="02000503060000020004" pitchFamily="2" charset="0"/>
                <a:ea typeface="Microsoft Himalaya" pitchFamily="2" charset="0"/>
                <a:cs typeface="Microsoft Himalaya" pitchFamily="2" charset="0"/>
              </a:rPr>
              <a:t>Optima Bold Italic</a:t>
            </a:r>
          </a:p>
          <a:p>
            <a:r>
              <a:rPr lang="en-US" dirty="0">
                <a:latin typeface="PT Serif" panose="020A0603040505020204" pitchFamily="18" charset="77"/>
                <a:ea typeface="Microsoft Himalaya" pitchFamily="2" charset="0"/>
                <a:cs typeface="Microsoft Himalaya" pitchFamily="2" charset="0"/>
              </a:rPr>
              <a:t>PT Serif</a:t>
            </a:r>
          </a:p>
          <a:p>
            <a:r>
              <a:rPr lang="en-US" dirty="0">
                <a:latin typeface="Palatino Linotype" panose="02040502050505030304" pitchFamily="18" charset="0"/>
                <a:ea typeface="Microsoft Himalaya" pitchFamily="2" charset="0"/>
                <a:cs typeface="Microsoft Himalaya" pitchFamily="2" charset="0"/>
              </a:rPr>
              <a:t>Palatino Linotype</a:t>
            </a:r>
          </a:p>
          <a:p>
            <a:r>
              <a:rPr lang="en-US" dirty="0">
                <a:latin typeface="Palatino" pitchFamily="2" charset="77"/>
                <a:ea typeface="Palatino" pitchFamily="2" charset="77"/>
                <a:cs typeface="Microsoft Himalaya" pitchFamily="2" charset="0"/>
              </a:rPr>
              <a:t>Palatino</a:t>
            </a:r>
          </a:p>
          <a:p>
            <a:r>
              <a:rPr lang="en-US" dirty="0">
                <a:latin typeface="Perpetua" panose="02020502060401020303" pitchFamily="18" charset="77"/>
                <a:ea typeface="Palatino" pitchFamily="2" charset="77"/>
                <a:cs typeface="Microsoft Himalaya" pitchFamily="2" charset="0"/>
              </a:rPr>
              <a:t>Perpetua</a:t>
            </a:r>
          </a:p>
        </p:txBody>
      </p:sp>
    </p:spTree>
    <p:extLst>
      <p:ext uri="{BB962C8B-B14F-4D97-AF65-F5344CB8AC3E}">
        <p14:creationId xmlns:p14="http://schemas.microsoft.com/office/powerpoint/2010/main" val="1667578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38</Words>
  <Application>Microsoft Macintosh PowerPoint</Application>
  <PresentationFormat>Widescreen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29" baseType="lpstr">
      <vt:lpstr>ADLaM Display</vt:lpstr>
      <vt:lpstr>Al Nile</vt:lpstr>
      <vt:lpstr>Aptos</vt:lpstr>
      <vt:lpstr>Aptos Display</vt:lpstr>
      <vt:lpstr>Arial</vt:lpstr>
      <vt:lpstr>Ashbury-Light</vt:lpstr>
      <vt:lpstr>Baghdad</vt:lpstr>
      <vt:lpstr>Farisi</vt:lpstr>
      <vt:lpstr>Galvji</vt:lpstr>
      <vt:lpstr>Georgia</vt:lpstr>
      <vt:lpstr>Lao MN</vt:lpstr>
      <vt:lpstr>Lucida Console</vt:lpstr>
      <vt:lpstr>Lucida Sans Unicode</vt:lpstr>
      <vt:lpstr>Microsoft Himalaya</vt:lpstr>
      <vt:lpstr>Mishafi</vt:lpstr>
      <vt:lpstr>Optima</vt:lpstr>
      <vt:lpstr>Palatino</vt:lpstr>
      <vt:lpstr>Palatino Linotype</vt:lpstr>
      <vt:lpstr>Perpetua</vt:lpstr>
      <vt:lpstr>Phosphate Inline</vt:lpstr>
      <vt:lpstr>PT Serif</vt:lpstr>
      <vt:lpstr>Rockwell</vt:lpstr>
      <vt:lpstr>Skia</vt:lpstr>
      <vt:lpstr>Office Theme</vt:lpstr>
      <vt:lpstr>Example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Zak Bowyer</dc:creator>
  <cp:lastModifiedBy>Zak Bowyer</cp:lastModifiedBy>
  <cp:revision>29</cp:revision>
  <dcterms:created xsi:type="dcterms:W3CDTF">2025-02-11T12:01:12Z</dcterms:created>
  <dcterms:modified xsi:type="dcterms:W3CDTF">2025-03-24T14:44:55Z</dcterms:modified>
</cp:coreProperties>
</file>
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90" d="100"/>
          <a:sy n="90" d="100"/>
        </p:scale>
        <p:origin x="2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06A5-1777-D1F2-4FFA-73E1DE8DB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14D97-54C6-4C8C-CC3C-F87DF1D70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9A980-282B-7280-0F57-869E5655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366DA-2177-F721-80E7-7470D45F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C97FD-35A4-695A-0985-195730E8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E475-8801-8111-075E-38AB0CC6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EB27-A1A2-CCC3-3FBD-07A0E2BB9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0E8CC-5EC4-0A4D-0200-31A19D19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6E6CF-C1DC-62B5-8BA5-81FC2B0A8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8815D-C62E-5D94-4CF2-266BB462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0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4B5C-EBC0-DE25-7E8B-7DAD7D2C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29E20-B8E1-E934-BEED-E7079758E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9F73B-4A1C-C7CC-8A6A-04F4FEC4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E461D-6992-9C1E-C6A3-7699122B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FFB85-AB0F-5FD9-6C00-B6E57D75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7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E10D-675C-57BC-1A56-CF22D98A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C3527-9B5D-DC8A-0E94-3D35B2FC7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275F0-4796-4666-6B43-725BDAB06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9A256-45C6-536C-0023-D0D51037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63C67-C2BC-2ACB-9945-C0354EFA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B7D1D-1A0A-0129-6275-8568293B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5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7F58-20EB-D5D8-415E-E3F76D72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1F733-1E5B-4FB6-9B38-E867B932B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02C23-985A-F116-9E94-593DA25A9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6507F-E1CE-4A07-1F55-91EF2478C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447CD-88A9-2C38-8D01-48019561E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6ABC1B-A9E3-FB9B-6DCE-53FA4F26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9B226-86B7-E23C-34D1-A2BE5FF3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34412-F287-A2B9-BE25-9F49EE56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7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74DD-85CF-7CE8-8DB2-DA8DBD88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8AC0B8-B7EA-E6D9-9C31-6E3BD4BC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FDA45-B4B4-0588-DA27-EC3EA878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16F7A-0E63-6F96-8C71-8DB6D7DB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2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CC98A-7B94-EB99-0FE5-D242205B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FF91B-F9AB-2AE6-BBCC-D95DF724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18A29-72A6-1948-5FC9-FF30079D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9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DB36-797C-E424-1F16-0B9B8B1A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8B61-9F3E-D07B-2031-A78922FE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7B401-25E3-41F4-3AFD-FA3FC054E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3FB32-B150-8B54-74E6-1A084700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FC67E-BBFE-A898-C445-DFCD638A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BA15F-5E21-5A6F-A48C-10EE8A24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2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3186-7D84-0A29-E780-E4CD15E44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D9375B-AB81-6650-4A30-DC5327F14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A548B-8ACC-E400-739F-DFC0BB34B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A52BB-EBB1-FFDF-C53B-DB536755C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8A655-D872-99AD-A782-EF533C44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9D541-6B45-930E-8761-3629E818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2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7686-4075-503C-B14F-DC1929CF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D4CD0-E231-4540-5FA3-7234083D8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B4A3D-A185-D9E4-DB90-E575A5FE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3403-9E04-2BBC-CA8C-E20AE6AE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E4695-0A13-9F6F-7208-5B312F10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1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BD0FD-EDCE-10E3-7276-4C8E71BC5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E639F-CED7-3AEB-9F9B-0BE814B0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F45E-B097-58EC-DFD8-56E02970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ED372-9DEB-7BC2-4E20-5418B5083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7D622-8F96-AD18-F6DB-8807B4E3F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06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E40EA8-020D-C44E-A4D9-415D51A4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37C75-82D6-53F7-6EED-5BD4E5B8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5654C-8E0C-22B9-C7D3-B2966D3A1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5747A-37A9-B4E1-5D62-552FFE728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4601D-CB44-F71F-F576-E596116F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8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7EC4-F0FB-0C2E-04F5-0DF98F761A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consolas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14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consolas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Walker</dc:creator>
  <cp:lastModifiedBy>Dan Walker</cp:lastModifiedBy>
  <cp:revision>3</cp:revision>
  <dcterms:created xsi:type="dcterms:W3CDTF">2025-03-19T04:55:51Z</dcterms:created>
  <dcterms:modified xsi:type="dcterms:W3CDTF">2025-03-19T04:59:29Z</dcterms:modified>
</cp:coreProperties>
</file>
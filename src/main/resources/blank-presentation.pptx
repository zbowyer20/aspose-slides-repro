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44AE-A2FE-612A-6FBE-CFB979BC6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4EE5D-DE34-97A2-914D-6FE500AC1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5AC3C-EE7F-59D0-B697-5021878B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16029-82DA-491C-D37B-D4003335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E89AE-CC99-A233-B30D-506638EF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9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AE39-9566-FFA1-0CA0-4C548705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EEDD-1656-E7D6-F86D-EEBF80CD9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4C59C-0561-4C66-4AB6-A692848C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FD4E6-0976-0093-6005-D4AE276A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B4C3-8E97-1E30-E483-0CCF6A4E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7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0559-976F-1729-B8F2-9B02D4F2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EACC2-108E-3395-9002-102045B53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C7399-BE0A-048C-496C-70FBCFA1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1948-C29A-C828-D373-AED47055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6C16D-59C0-A60B-058E-FB0A1D9CB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0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CFE9E-08FC-33DD-C81F-1454A949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76507-4112-E9F0-9FF3-7C3F0C2FD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60A2E-BCB4-1E35-FB73-07F41B6D7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0019A-49B0-D0F9-95F0-313E4BB7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25D-D206-EB30-E4A7-23F2AAFE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ADFB8-4D58-5ACF-9764-7CD59A0F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96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2B05-B34D-03F2-F594-F64E3AFD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A945B-E92D-1A50-364A-C972F64F7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AFCE1-B941-E68C-43B7-90E88BC4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50D956-AB2F-F979-005F-054F2F333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FE744D-12C3-1A71-F2B5-6D258FDA5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F6EE8-DE41-9EDC-611D-F7FB5401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5C1D9-D4DA-5557-1DA6-63BFE7EC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F35A6-5851-A5B5-328A-71F25847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5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8C4B-2A09-97F2-C087-01088C93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5B13E-B122-EC14-6AFA-9D02C2342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B7A98C-3DCC-CA37-8216-E977F672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DC73E-9226-7C82-8634-A3322825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8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46F6FA-640F-4233-B1CB-FD73BF86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94CDC-E7DB-13ED-DDB3-FA8D873A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5CBDF-D53D-5ADB-5ADF-1B9F5570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1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3B2B-8DA4-4338-38FC-071B0FC2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54E67-FDB8-17CD-44AF-B7F597F94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90433-90B7-3E5E-EB13-84C37C181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CAD16-BF8F-D2AB-C56C-5EDF3EC4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0FD6F-566D-584C-D6E9-1A1C600D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37E5B-2B5A-476F-C43E-B259D3B8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4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E924-B43B-AC37-56DD-4EDD61CDC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C92618-E6B6-BA44-F5C8-8E051E8E8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1D6AB-915B-8128-EDB2-B88084F1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8D5EF-2A09-1430-BE7B-1B8BE0F6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0B673-1F90-5167-890C-338281E7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1F90C-E6C8-FDD7-7118-1DF45E64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7248-974E-D5B3-3062-94BA6366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A0256-5219-5B3D-23F3-392C10318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B2DD5-5DD3-7AA9-37A7-6676B1FC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DD193-974C-AD07-0782-DF813532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E470C-2458-EA74-0FAB-BF463488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73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7FDA3-DD52-3A28-23BD-FCE0CEB03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C8F0D-EB7C-74C1-F19A-CCD98D4CA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78C0-91B6-533C-2B67-DA7224CBB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E5693-82C1-FACD-60D9-85EA0F84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E52DD-25FB-4670-C98B-BDD90D39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59F4A-D3A3-480A-9D39-4A777746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7D41D-6CEC-8017-63C7-C532BDBCF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5E755-0F7C-613A-B989-B89DD5E3C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8DC7A-2871-2F43-8C01-32A2B34F6465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95F43-6D13-86DA-0ED9-4205B0046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70B84-93D1-483A-D7BE-73AE7B732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1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6204-368F-56CF-7311-00B5088BEC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2A82F-00EF-3BF1-B9E8-C98F83DE28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7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Zak Bowyer</dc:creator>
  <cp:lastModifiedBy>Zak Bowyer</cp:lastModifiedBy>
  <cp:revision>1</cp:revision>
  <dcterms:created xsi:type="dcterms:W3CDTF">2025-02-11T12:01:12Z</dcterms:created>
  <dcterms:modified xsi:type="dcterms:W3CDTF">2025-02-11T12:01:25Z</dcterms:modified>
</cp:coreProperties>
</file>
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61" r:id="rId9"/>
    <p:sldId id="262" r:id="rId10"/>
    <p:sldId id="268" r:id="rId11"/>
    <p:sldId id="263" r:id="rId12"/>
    <p:sldId id="264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280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AC69B-4570-71E7-B13F-21512C470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CC0B0-FF1B-62BE-F623-110AFDDFF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98DFA-056B-65E2-9F6E-ABAC4CA59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129B-80D0-6D1B-2E73-191F07B8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7A817-C707-75E7-4B73-A4E6D593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93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2268-B69D-EFC9-E6E1-F5C07E0BE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3D431-C18B-F924-4E0B-7FA3DB50D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73CF1-8843-E64B-AC0E-A8AAEDCAC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F9812-309C-9BFE-6D8E-FDA0848C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81CB-7A6D-D52E-0FE7-3A4E1170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199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FD62-3106-21BC-C449-7526416B5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AE7C7-FC26-ED15-CD7F-BBB22019D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87813-D3A0-EC6D-B0F0-CC7A6524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92C28-83EB-56CE-813F-8A85598BA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61AB9-C7BE-CE96-20C0-4174380F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76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12F5B-7AEA-CE00-9378-A45CB463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5911A-843F-E305-CE6E-384267490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793FB-95A2-5F55-1C98-DAAE2AEB8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E09F0-87CC-921D-8DEB-D0233EB7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704F7-537D-DC3B-1119-ED3E375CA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83002-08ED-5A9F-5B9F-3F709111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283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6F248-2BC0-A1B3-B7EE-45912EE7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D8067-C2AD-322B-5ACC-103D0149E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63492-56F9-C980-F52A-37BDB7600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2738C-7549-A9B6-F28A-3A41FAFBD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44C0A-6CEA-05D5-5350-76CECA918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FE6C99-3C28-A1B5-A68B-148E25C00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74412-8387-3FB5-3F1F-C99C39591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346069-2540-3755-091C-46CD2FE2B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04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E44E-71E3-555B-C0AA-2619E310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FD9BCA-15CC-11D2-A0F5-EF8BAB53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13192-852E-0EB4-8A10-657DCA22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CA4D8-C9C4-5708-D97D-A5FB8CB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144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647E9-3D1A-D1D1-9892-65B257839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52BE6-8347-58C4-9F18-CE2A3A88C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2B78A-3356-0CCC-778C-059BF392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04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E580-C576-BB46-5101-3E053CE8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B23CE-E289-4964-0EDF-E3F6433EB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A4698-C836-7A5F-6CD9-7731A3C37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6C377-BE23-8A7A-5ECF-6F0BC7E2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F8869-58C8-312E-D000-F717B2145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12CB7-7161-8B54-DE84-08EEF6F6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81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CEC2-E4BA-F57E-49F6-5003A57B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C7501E-EFB8-1412-DE9C-496A05AB3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67693-FB51-AD60-AC79-3FEEE6D6E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E6578-2FE6-0FBC-61C3-C20A409F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2C2B9-4B4F-1090-A9AE-62A05D48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F7736-3BAB-221A-BFFC-3FE56B14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961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CC47-E13C-1BCB-A04F-D283B4F4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A44DC-E338-56CE-BBED-84D7590FF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ACFB2-E004-1225-A899-7E5F363CA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39679-8AB7-B6C1-997A-BD377FE9E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027F0-FC42-E1E3-8500-1C22A67A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372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24B8AF-5ADF-6BA2-534E-6E4FB88ED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36296-451C-07AC-93AC-1FAC19290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41553-6A18-EA4A-E258-01CC0772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9A144-CEEC-DD2B-2F48-6F0F47F2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A79C0-EA58-5432-FE3C-AEDCBCA9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10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65D1BD-2A5F-FCD1-A434-5707C07F5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7F307-2A9D-0B2A-D52C-FE18C749B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0B681-252C-3F8E-2B2E-17909F151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EE635-F64C-4A5E-AD05-0AD2CA60A138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3DAAE-7079-0482-0151-22AF7FD1A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F8DCF-B309-E7D3-1B93-05674D706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B3FBF-9B7F-49BA-9A36-B1EAFE60FA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52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CBF0-932E-2286-C75E-CFA2FFE56F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Recreating the Missing Tables Issue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2FF03-2A41-4FE0-AD18-E4F7662F1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Adam Prudden</a:t>
            </a:r>
          </a:p>
        </p:txBody>
      </p:sp>
    </p:spTree>
    <p:extLst>
      <p:ext uri="{BB962C8B-B14F-4D97-AF65-F5344CB8AC3E}">
        <p14:creationId xmlns:p14="http://schemas.microsoft.com/office/powerpoint/2010/main" val="491384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5668-0A3E-F2DF-C7C7-8270B88FA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Enhanced Meta File (EMF)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6A3278-D20E-9921-A27F-CA42C0477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6201"/>
            <a:ext cx="10515600" cy="2869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4A92B0-547C-FDD4-E928-0A1AFEEC78C5}"/>
              </a:ext>
            </a:extLst>
          </p:cNvPr>
          <p:cNvSpPr txBox="1"/>
          <p:nvPr/>
        </p:nvSpPr>
        <p:spPr>
          <a:xfrm>
            <a:off x="932329" y="4697506"/>
            <a:ext cx="101301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was created by copying my table in Excel and Pasting as Image into PowerPoint. </a:t>
            </a:r>
          </a:p>
          <a:p>
            <a:endParaRPr lang="en-GB" dirty="0"/>
          </a:p>
          <a:p>
            <a:r>
              <a:rPr lang="en-GB" dirty="0"/>
              <a:t>According to Claude - Enhanced Metafiles (EMF) are a Windows-specific vector graphics format. EMF is primarily a Windows format, so Mac and Linux users may have limited native support and might need conversion tools or Windows compatibility layers.</a:t>
            </a:r>
          </a:p>
        </p:txBody>
      </p:sp>
    </p:spTree>
    <p:extLst>
      <p:ext uri="{BB962C8B-B14F-4D97-AF65-F5344CB8AC3E}">
        <p14:creationId xmlns:p14="http://schemas.microsoft.com/office/powerpoint/2010/main" val="1081128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F4DE3-8B34-B32C-3D04-F8B01670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Portable Network Graphic (PNG)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F59E70-89DC-5B0C-B4D7-A2E9FE9BC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93936"/>
            <a:ext cx="10515600" cy="2806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C3C920-FC6B-54EF-29FC-747C3361F95B}"/>
              </a:ext>
            </a:extLst>
          </p:cNvPr>
          <p:cNvSpPr txBox="1"/>
          <p:nvPr/>
        </p:nvSpPr>
        <p:spPr>
          <a:xfrm>
            <a:off x="838200" y="4715435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type of image file is created when I create a screenshot of the table in Excel and paste it as an image into PowerPoint. </a:t>
            </a:r>
          </a:p>
          <a:p>
            <a:endParaRPr lang="en-GB" dirty="0"/>
          </a:p>
          <a:p>
            <a:r>
              <a:rPr lang="en-GB" dirty="0"/>
              <a:t>Nothing more interesting to say.</a:t>
            </a:r>
          </a:p>
        </p:txBody>
      </p:sp>
    </p:spTree>
    <p:extLst>
      <p:ext uri="{BB962C8B-B14F-4D97-AF65-F5344CB8AC3E}">
        <p14:creationId xmlns:p14="http://schemas.microsoft.com/office/powerpoint/2010/main" val="2924882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F61B-0CB4-95B3-E7AF-7F7872FD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Portable Network Graphic (</a:t>
            </a:r>
            <a:r>
              <a:rPr lang="en-GB" dirty="0" err="1"/>
              <a:t>png</a:t>
            </a:r>
            <a:r>
              <a:rPr lang="en-GB" dirty="0"/>
              <a:t>) - Embedded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5D0BC78-A35B-463D-5ABE-69CBB84E41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883089"/>
              </p:ext>
            </p:extLst>
          </p:nvPr>
        </p:nvGraphicFramePr>
        <p:xfrm>
          <a:off x="625475" y="1825625"/>
          <a:ext cx="10839450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839201" imgH="2952582" progId="Excel.Sheet.12">
                  <p:embed/>
                </p:oleObj>
              </mc:Choice>
              <mc:Fallback>
                <p:oleObj name="Worksheet" r:id="rId2" imgW="10839201" imgH="295258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5475" y="1825625"/>
                        <a:ext cx="10839450" cy="295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089DF1-5C02-A5AC-B609-BBE9DAAB7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7BE13-46B4-06EE-2C79-80CE3F98CFEE}"/>
              </a:ext>
            </a:extLst>
          </p:cNvPr>
          <p:cNvSpPr txBox="1"/>
          <p:nvPr/>
        </p:nvSpPr>
        <p:spPr>
          <a:xfrm>
            <a:off x="1008743" y="4971143"/>
            <a:ext cx="9747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type of PNG was created by copying the cells in excel and </a:t>
            </a:r>
            <a:r>
              <a:rPr lang="en-GB" dirty="0" err="1"/>
              <a:t>seleting</a:t>
            </a:r>
            <a:r>
              <a:rPr lang="en-GB" dirty="0"/>
              <a:t> the ‘Embed’ paste option. </a:t>
            </a:r>
          </a:p>
        </p:txBody>
      </p:sp>
    </p:spTree>
    <p:extLst>
      <p:ext uri="{BB962C8B-B14F-4D97-AF65-F5344CB8AC3E}">
        <p14:creationId xmlns:p14="http://schemas.microsoft.com/office/powerpoint/2010/main" val="207677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7D49-EE78-3D52-7AD1-01740A2F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5DA0-F600-1F27-42D3-7934C965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Enhanced Meta File (EMF)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D278C4-45C0-16D8-E682-03C442859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6201"/>
            <a:ext cx="10515600" cy="2869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45856D-6654-37BD-E98C-9F13F59F617A}"/>
              </a:ext>
            </a:extLst>
          </p:cNvPr>
          <p:cNvSpPr txBox="1"/>
          <p:nvPr/>
        </p:nvSpPr>
        <p:spPr>
          <a:xfrm>
            <a:off x="932329" y="4697506"/>
            <a:ext cx="101301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was created by copying my table in Excel and Pasting as Image into PowerPoint. </a:t>
            </a:r>
          </a:p>
          <a:p>
            <a:endParaRPr lang="en-GB" dirty="0"/>
          </a:p>
          <a:p>
            <a:r>
              <a:rPr lang="en-GB" dirty="0"/>
              <a:t>According to Claude - Enhanced Metafiles (EMF) are a Windows-specific vector graphics format. EMF is primarily a Windows format, so Mac and Linux users may have limited native support and might need conversion tools or Windows compatibility layers.</a:t>
            </a:r>
          </a:p>
        </p:txBody>
      </p:sp>
    </p:spTree>
    <p:extLst>
      <p:ext uri="{BB962C8B-B14F-4D97-AF65-F5344CB8AC3E}">
        <p14:creationId xmlns:p14="http://schemas.microsoft.com/office/powerpoint/2010/main" val="4017071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845E0-DD93-30A6-CC5E-F77DBDC5A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1553-BC00-A4A9-A03B-8970660C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Portable Network Graphic (PNG)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5B1A6E-129F-26D5-4BFC-4A4EDC8EC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93936"/>
            <a:ext cx="10515600" cy="2806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2ADFA-A653-59A7-BD35-B1E81F45C090}"/>
              </a:ext>
            </a:extLst>
          </p:cNvPr>
          <p:cNvSpPr txBox="1"/>
          <p:nvPr/>
        </p:nvSpPr>
        <p:spPr>
          <a:xfrm>
            <a:off x="838200" y="4715435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type of image file is created when I create a screenshot of the table in Excel and paste it as an image into PowerPoint. </a:t>
            </a:r>
          </a:p>
          <a:p>
            <a:endParaRPr lang="en-GB" dirty="0"/>
          </a:p>
          <a:p>
            <a:r>
              <a:rPr lang="en-GB" dirty="0"/>
              <a:t>Nothing more interesting to say.</a:t>
            </a:r>
          </a:p>
        </p:txBody>
      </p:sp>
    </p:spTree>
    <p:extLst>
      <p:ext uri="{BB962C8B-B14F-4D97-AF65-F5344CB8AC3E}">
        <p14:creationId xmlns:p14="http://schemas.microsoft.com/office/powerpoint/2010/main" val="1376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4305-3F06-2231-C84A-16DD8CBB9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AAE0-7E85-8043-EC1F-C842ABC5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Portable Network Graphic (</a:t>
            </a:r>
            <a:r>
              <a:rPr lang="en-GB" dirty="0" err="1"/>
              <a:t>png</a:t>
            </a:r>
            <a:r>
              <a:rPr lang="en-GB" dirty="0"/>
              <a:t>) - Embedded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04A501A-1E7C-E1EE-EEA2-1CD0B315E3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" y="1825625"/>
          <a:ext cx="10839450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839201" imgH="2952582" progId="Excel.Sheet.12">
                  <p:embed/>
                </p:oleObj>
              </mc:Choice>
              <mc:Fallback>
                <p:oleObj name="Worksheet" r:id="rId2" imgW="10839201" imgH="2952582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5D0BC78-A35B-463D-5ABE-69CBB84E41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5475" y="1825625"/>
                        <a:ext cx="10839450" cy="295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32351-8863-BAE6-E190-67B9AD099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DC808-9D75-46A7-B439-739FFC6F0039}"/>
              </a:ext>
            </a:extLst>
          </p:cNvPr>
          <p:cNvSpPr txBox="1"/>
          <p:nvPr/>
        </p:nvSpPr>
        <p:spPr>
          <a:xfrm>
            <a:off x="1008743" y="4971143"/>
            <a:ext cx="9747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type of PNG was created by copying the cells in excel and </a:t>
            </a:r>
            <a:r>
              <a:rPr lang="en-GB" dirty="0" err="1"/>
              <a:t>seleting</a:t>
            </a:r>
            <a:r>
              <a:rPr lang="en-GB" dirty="0"/>
              <a:t> the ‘Embed’ paste option. </a:t>
            </a:r>
          </a:p>
        </p:txBody>
      </p:sp>
    </p:spTree>
    <p:extLst>
      <p:ext uri="{BB962C8B-B14F-4D97-AF65-F5344CB8AC3E}">
        <p14:creationId xmlns:p14="http://schemas.microsoft.com/office/powerpoint/2010/main" val="426333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92411-C50D-B110-4504-CD47D48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F3E5-AD1A-738C-2076-D2887EAE4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Enhanced Meta File (EMF)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97231E-997C-24BD-6DA8-10FA90344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6201"/>
            <a:ext cx="10515600" cy="2869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E3AB61-98D4-59D0-E81A-7BA1663EC631}"/>
              </a:ext>
            </a:extLst>
          </p:cNvPr>
          <p:cNvSpPr txBox="1"/>
          <p:nvPr/>
        </p:nvSpPr>
        <p:spPr>
          <a:xfrm>
            <a:off x="932329" y="4697506"/>
            <a:ext cx="101301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was created by copying my table in Excel and Pasting as Image into PowerPoint. </a:t>
            </a:r>
          </a:p>
          <a:p>
            <a:endParaRPr lang="en-GB" dirty="0"/>
          </a:p>
          <a:p>
            <a:r>
              <a:rPr lang="en-GB" dirty="0"/>
              <a:t>According to Claude - Enhanced Metafiles (EMF) are a Windows-specific vector graphics format. EMF is primarily a Windows format, so Mac and Linux users may have limited native support and might need conversion tools or Windows compatibility layers.</a:t>
            </a:r>
          </a:p>
        </p:txBody>
      </p:sp>
    </p:spTree>
    <p:extLst>
      <p:ext uri="{BB962C8B-B14F-4D97-AF65-F5344CB8AC3E}">
        <p14:creationId xmlns:p14="http://schemas.microsoft.com/office/powerpoint/2010/main" val="979256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1D544-DC33-31CA-B578-851D4A906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AC969-5974-7408-3220-38894C35E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Portable Network Graphic (PNG)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09A679-2A77-87F3-65D9-B80E048B2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93936"/>
            <a:ext cx="10515600" cy="2806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7ACE15-344F-C6A2-1F91-5641B2FDB4AB}"/>
              </a:ext>
            </a:extLst>
          </p:cNvPr>
          <p:cNvSpPr txBox="1"/>
          <p:nvPr/>
        </p:nvSpPr>
        <p:spPr>
          <a:xfrm>
            <a:off x="838200" y="4715435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type of image file is created when I create a screenshot of the table in Excel and paste it as an image into PowerPoint. </a:t>
            </a:r>
          </a:p>
          <a:p>
            <a:endParaRPr lang="en-GB" dirty="0"/>
          </a:p>
          <a:p>
            <a:r>
              <a:rPr lang="en-GB" dirty="0"/>
              <a:t>Nothing more interesting to say.</a:t>
            </a:r>
          </a:p>
        </p:txBody>
      </p:sp>
    </p:spTree>
    <p:extLst>
      <p:ext uri="{BB962C8B-B14F-4D97-AF65-F5344CB8AC3E}">
        <p14:creationId xmlns:p14="http://schemas.microsoft.com/office/powerpoint/2010/main" val="3509319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6E70F-9276-BD21-AD0E-98FF45BC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B9128-1DF0-93B1-E6F1-2AE8D1CE8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Portable Network Graphic (</a:t>
            </a:r>
            <a:r>
              <a:rPr lang="en-GB" dirty="0" err="1"/>
              <a:t>png</a:t>
            </a:r>
            <a:r>
              <a:rPr lang="en-GB" dirty="0"/>
              <a:t>) - Embedded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131FBE0-9CCD-C86C-7793-9FE4CEC7C2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" y="1825625"/>
          <a:ext cx="10839450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839201" imgH="2952582" progId="Excel.Sheet.12">
                  <p:embed/>
                </p:oleObj>
              </mc:Choice>
              <mc:Fallback>
                <p:oleObj name="Worksheet" r:id="rId2" imgW="10839201" imgH="2952582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5D0BC78-A35B-463D-5ABE-69CBB84E41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5475" y="1825625"/>
                        <a:ext cx="10839450" cy="295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8D9FC-9631-2F9F-2675-24E1C9ED0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4EF65-2598-5085-F148-578D85B38B6C}"/>
              </a:ext>
            </a:extLst>
          </p:cNvPr>
          <p:cNvSpPr txBox="1"/>
          <p:nvPr/>
        </p:nvSpPr>
        <p:spPr>
          <a:xfrm>
            <a:off x="1008743" y="4971143"/>
            <a:ext cx="9747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type of PNG was created by copying the cells in excel and </a:t>
            </a:r>
            <a:r>
              <a:rPr lang="en-GB" dirty="0" err="1"/>
              <a:t>seleting</a:t>
            </a:r>
            <a:r>
              <a:rPr lang="en-GB" dirty="0"/>
              <a:t> the ‘Embed’ paste option. </a:t>
            </a:r>
          </a:p>
        </p:txBody>
      </p:sp>
    </p:spTree>
    <p:extLst>
      <p:ext uri="{BB962C8B-B14F-4D97-AF65-F5344CB8AC3E}">
        <p14:creationId xmlns:p14="http://schemas.microsoft.com/office/powerpoint/2010/main" val="3437529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E0831-A6CB-7BEE-3514-5FA61BDD5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1E10-0323-18B5-AC5C-CF4FF40A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Enhanced Meta File (EMF)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55112B-654A-0E4B-F82C-BCCB69A3B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6201"/>
            <a:ext cx="10515600" cy="2869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3F862F-9483-A019-A9E1-3D3E0AEDA2C3}"/>
              </a:ext>
            </a:extLst>
          </p:cNvPr>
          <p:cNvSpPr txBox="1"/>
          <p:nvPr/>
        </p:nvSpPr>
        <p:spPr>
          <a:xfrm>
            <a:off x="932329" y="4697506"/>
            <a:ext cx="101301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was created by copying my table in Excel and Pasting as Image into PowerPoint. </a:t>
            </a:r>
          </a:p>
          <a:p>
            <a:endParaRPr lang="en-GB" dirty="0"/>
          </a:p>
          <a:p>
            <a:r>
              <a:rPr lang="en-GB" dirty="0"/>
              <a:t>According to Claude - Enhanced Metafiles (EMF) are a Windows-specific vector graphics format. EMF is primarily a Windows format, so Mac and Linux users may have limited native support and might need conversion tools or Windows compatibility layers.</a:t>
            </a:r>
          </a:p>
        </p:txBody>
      </p:sp>
    </p:spTree>
    <p:extLst>
      <p:ext uri="{BB962C8B-B14F-4D97-AF65-F5344CB8AC3E}">
        <p14:creationId xmlns:p14="http://schemas.microsoft.com/office/powerpoint/2010/main" val="1498655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F590-A17B-DA6F-CA7C-C108CB21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535B-0BBF-E01C-2CD7-0E2D57D8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Portable Network Graphic (PNG)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38949D-1948-0604-92CB-2728551D5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93936"/>
            <a:ext cx="10515600" cy="2806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1E6A81-07F9-DAF5-F629-DDB446FFE49D}"/>
              </a:ext>
            </a:extLst>
          </p:cNvPr>
          <p:cNvSpPr txBox="1"/>
          <p:nvPr/>
        </p:nvSpPr>
        <p:spPr>
          <a:xfrm>
            <a:off x="838200" y="4715435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type of image file is created when I create a screenshot of the table in Excel and paste it as an image into PowerPoint. </a:t>
            </a:r>
          </a:p>
          <a:p>
            <a:endParaRPr lang="en-GB" dirty="0"/>
          </a:p>
          <a:p>
            <a:r>
              <a:rPr lang="en-GB" dirty="0"/>
              <a:t>Nothing more interesting to say.</a:t>
            </a:r>
          </a:p>
        </p:txBody>
      </p:sp>
    </p:spTree>
    <p:extLst>
      <p:ext uri="{BB962C8B-B14F-4D97-AF65-F5344CB8AC3E}">
        <p14:creationId xmlns:p14="http://schemas.microsoft.com/office/powerpoint/2010/main" val="3731004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77FCD-76E2-C537-3CFC-82E9BEE5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BF9D-AF6A-248F-53DD-24E7A15DD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Portable Network Graphic (</a:t>
            </a:r>
            <a:r>
              <a:rPr lang="en-GB" dirty="0" err="1"/>
              <a:t>png</a:t>
            </a:r>
            <a:r>
              <a:rPr lang="en-GB" dirty="0"/>
              <a:t>) - Embedded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3B09EF-1F26-02BD-9F0D-A8B69AB26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" y="1825625"/>
          <a:ext cx="10839450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839201" imgH="2952582" progId="Excel.Sheet.12">
                  <p:embed/>
                </p:oleObj>
              </mc:Choice>
              <mc:Fallback>
                <p:oleObj name="Worksheet" r:id="rId2" imgW="10839201" imgH="2952582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5D0BC78-A35B-463D-5ABE-69CBB84E41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5475" y="1825625"/>
                        <a:ext cx="10839450" cy="295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4F08D-0A41-F53B-CC29-24B106904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7042C-13F7-4113-649E-A2612A95A656}"/>
              </a:ext>
            </a:extLst>
          </p:cNvPr>
          <p:cNvSpPr txBox="1"/>
          <p:nvPr/>
        </p:nvSpPr>
        <p:spPr>
          <a:xfrm>
            <a:off x="1008743" y="4971143"/>
            <a:ext cx="9747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type of PNG was created by copying the cells in excel and </a:t>
            </a:r>
            <a:r>
              <a:rPr lang="en-GB" dirty="0" err="1"/>
              <a:t>seleting</a:t>
            </a:r>
            <a:r>
              <a:rPr lang="en-GB" dirty="0"/>
              <a:t> the ‘Embed’ paste option. </a:t>
            </a:r>
          </a:p>
        </p:txBody>
      </p:sp>
    </p:spTree>
    <p:extLst>
      <p:ext uri="{BB962C8B-B14F-4D97-AF65-F5344CB8AC3E}">
        <p14:creationId xmlns:p14="http://schemas.microsoft.com/office/powerpoint/2010/main" val="2153464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536</Words>
  <Application>Microsoft Office PowerPoint</Application>
  <PresentationFormat>Widescreen</PresentationFormat>
  <Paragraphs>42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Microsoft Excel Worksheet</vt:lpstr>
      <vt:lpstr>Recreating the Missing Tables Issue</vt:lpstr>
      <vt:lpstr>Enhanced Meta File (EMF)</vt:lpstr>
      <vt:lpstr>Portable Network Graphic (PNG)</vt:lpstr>
      <vt:lpstr>Portable Network Graphic (png) - Embedded</vt:lpstr>
      <vt:lpstr>Enhanced Meta File (EMF)</vt:lpstr>
      <vt:lpstr>Portable Network Graphic (PNG)</vt:lpstr>
      <vt:lpstr>Portable Network Graphic (png) - Embedded</vt:lpstr>
      <vt:lpstr>Enhanced Meta File (EMF)</vt:lpstr>
      <vt:lpstr>Portable Network Graphic (PNG)</vt:lpstr>
      <vt:lpstr>Portable Network Graphic (png) - Embedded</vt:lpstr>
      <vt:lpstr>Enhanced Meta File (EMF)</vt:lpstr>
      <vt:lpstr>Portable Network Graphic (PNG)</vt:lpstr>
      <vt:lpstr>Portable Network Graphic (png) - Embedded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Prudden</dc:creator>
  <cp:lastModifiedBy>Adam Prudden</cp:lastModifiedBy>
  <cp:revision>2</cp:revision>
  <dcterms:created xsi:type="dcterms:W3CDTF">2025-08-07T19:03:38Z</dcterms:created>
  <dcterms:modified xsi:type="dcterms:W3CDTF">2025-08-07T19:16:03Z</dcterms:modified>
</cp:coreProperties>
</file>